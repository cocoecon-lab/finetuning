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8"/>
  </p:normalViewPr>
  <p:slideViewPr>
    <p:cSldViewPr snapToGrid="0">
      <p:cViewPr varScale="1">
        <p:scale>
          <a:sx n="164" d="100"/>
          <a:sy n="164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4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8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7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8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2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8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6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3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094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00FF-45F6-D10E-DBE4-1F9F78FF4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Fine-tuning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F5C93-AAF4-0EF2-9556-B38F2CB93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[Class Number/Name]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1CAA1-E9E9-36BE-C726-606BBD3B9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13" y="5901266"/>
            <a:ext cx="2970880" cy="71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B725-E6D6-9400-9E38-FA5E45AA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5A15-7ED1-DE49-99BF-55700A2D4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5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8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Georgia</vt:lpstr>
      <vt:lpstr>Office Theme</vt:lpstr>
      <vt:lpstr>Fine-tuning LLMs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Griffin</dc:creator>
  <cp:lastModifiedBy>Finley Griffin</cp:lastModifiedBy>
  <cp:revision>1</cp:revision>
  <dcterms:created xsi:type="dcterms:W3CDTF">2026-03-17T13:58:09Z</dcterms:created>
  <dcterms:modified xsi:type="dcterms:W3CDTF">2026-03-17T14:07:38Z</dcterms:modified>
</cp:coreProperties>
</file>